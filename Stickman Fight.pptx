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58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3D6EC-DC3F-0703-C857-ECE9BD115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ECCB71-66D0-3086-904D-99B46E1A2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A23023-610D-4BB6-C942-4A642BE6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B75E4F-12EB-6210-FD7C-F01B15F2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A54CFD-862D-A238-88FB-F8514BB1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11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BE74F-2500-F18F-6276-2088EC55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7C0BA-AD9D-9ED1-538B-B2FF299C4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54BF3-7258-4A16-2E03-358B6781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725782-63DB-F3BB-7614-D0906E1A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7B231-0F27-81E1-16AD-374FAABA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27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914C65-861F-6194-F381-E12329B6C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71CE1D-D812-E2CE-A532-C43C67F36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9A2A67-DA40-B53C-1F79-B05E7629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6DF9DA-69D8-3B89-6CD8-29B5B9C4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D02486-C161-894E-35CE-D98B80A2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9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8FE66-93A2-E497-CE49-957F92F4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BE49A5-17F4-5DAD-BA09-B86B2AFA5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155124-7A36-611D-08B5-375EF9317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BF05CB-155A-7E33-CF45-97DF0349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D3A8F9-022A-81FA-C8B8-CFBD0FD2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A6B277-6680-1961-2C5A-D1001DF4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04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74FEE-EC0A-9823-5E0F-6788D7E09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D9E1DD-68EB-2949-60FD-96186191A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75FE2E-B236-D6ED-0548-911155417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7670FF-4418-5F4D-08CC-13A9297AD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0CFF71-A87A-5552-B31A-60ED3C4BE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8B7CFF-9F0B-AB6F-0409-820C7580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2651EA-9747-01DE-5C2E-E1A8FD54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011C3C-A3F7-6AF7-D439-FCF6A54B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69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14B14-1007-5624-287F-1DC4D2CE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59A35BA-9B5F-DB3E-2B1C-5133C6DB3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AF83F8-0390-17D9-A767-2E82E370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9112AAC-BAE1-70EB-7DDD-9B75B5AD5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622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5B05262-FC53-B9C4-D4F6-92B8935E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D84695-248A-F773-1B3D-5EC8C04F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F6156B-D32C-87E3-F04D-7F957B3E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4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500F7-9F49-4827-482D-9854E5093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42DA3F-61F8-4595-5591-E3031B3CF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48A8D1-9183-F609-9906-634EC217B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DFD421-5E6E-3493-0054-B28A3ECF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3888DF-B337-0F5C-2A46-B3D3FFEB3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1BB3CB-92B5-7026-B862-26A9B57F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54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5DADF-E9F3-859D-1534-D7AF6753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614B34-4132-F315-DA8B-394AE42C9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128BBD-5D63-2D55-B48B-09DA66162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B53381-4DF0-673D-312A-9AFE557C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3AB2D3-577E-E73F-6FE3-946EC98A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F615D2-32C8-FD87-E2AD-F32CDD85A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23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41630-2DFE-5193-E6E4-86068D0F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B52CA-7707-715D-ADD8-4383EED43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A0CF00-8D8B-0C68-2CB5-327455B5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14B8C-49C2-59C2-E5DA-8C52F0E0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E73D64-7738-3EAC-B118-29B0C345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19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967C92C-560D-C643-512C-5B501B9FA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805FBF-AD8F-4EC6-17FD-60C61E0D8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6BF129-9273-3B11-6FC8-5C419640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EF9B4D-555D-27E7-59D6-BE8B5834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741D2A-5C41-1546-C532-9D9C1F10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92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50B2C-8110-C827-E839-3383BCEF6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2313A5-E12C-0301-0B05-42793B58B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B7F812-A205-1B6F-EA1B-6B71B7F10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0FCD5-2F19-427A-A078-7A3C5B198099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563D9E-A0A1-CF26-2EA6-83262AD92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A1082F-0C92-F9BF-18B0-C3545B18D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69116-55D4-44EB-89FA-F185001AC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7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DDA48-A95A-B730-252C-A42D43B82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002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/>
              <a:t>«</a:t>
            </a:r>
            <a:r>
              <a:rPr lang="en-US" dirty="0"/>
              <a:t>TNS: guide</a:t>
            </a:r>
            <a:r>
              <a:rPr lang="ru-RU" dirty="0"/>
              <a:t>»</a:t>
            </a:r>
            <a:br>
              <a:rPr lang="ru-RU" dirty="0"/>
            </a:br>
            <a:r>
              <a:rPr lang="ru-RU" sz="1800" dirty="0"/>
              <a:t>Решебник-учебник по системе счислений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6E5F97-1D1A-8039-372A-F2A48B891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20536" y="6030119"/>
            <a:ext cx="9144000" cy="1655762"/>
          </a:xfrm>
        </p:spPr>
        <p:txBody>
          <a:bodyPr/>
          <a:lstStyle/>
          <a:p>
            <a:r>
              <a:rPr lang="ru-RU" dirty="0"/>
              <a:t>Сабиров Александр </a:t>
            </a:r>
            <a:r>
              <a:rPr lang="ru-RU" dirty="0" err="1"/>
              <a:t>Ленарович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62D0D6-2075-CC53-2C07-5CEFFE552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95" y="219059"/>
            <a:ext cx="1876071" cy="18760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222463-802C-F8C9-E31D-AF2E71CAF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296" y="5967975"/>
            <a:ext cx="475695" cy="47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93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74D14-2FBF-6563-D19C-4C71ADB3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Идея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E3DE14-6592-FF3B-7322-EF50DEFE3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Проблема:</a:t>
            </a:r>
            <a:r>
              <a:rPr lang="ru-RU" dirty="0"/>
              <a:t> Сложность одноклассников с пониманием алгоритмов перевода между системами счисления</a:t>
            </a:r>
          </a:p>
          <a:p>
            <a:pPr marL="0" indent="0">
              <a:buNone/>
            </a:pPr>
            <a:r>
              <a:rPr lang="ru-RU" b="1" dirty="0"/>
              <a:t>Решение:</a:t>
            </a:r>
            <a:r>
              <a:rPr lang="ru-RU" dirty="0"/>
              <a:t> Интерактивный учебник с пошаговыми объяснениями</a:t>
            </a:r>
          </a:p>
          <a:p>
            <a:pPr marL="0" indent="0">
              <a:buNone/>
            </a:pPr>
            <a:r>
              <a:rPr lang="ru-RU" b="1" dirty="0"/>
              <a:t>Задачи проекта:</a:t>
            </a:r>
            <a:endParaRPr lang="ru-RU" dirty="0"/>
          </a:p>
          <a:p>
            <a:r>
              <a:rPr lang="ru-RU" dirty="0"/>
              <a:t>Создать удобный конвертер систем счисления</a:t>
            </a:r>
          </a:p>
          <a:p>
            <a:r>
              <a:rPr lang="ru-RU" dirty="0"/>
              <a:t>Реализовать режим обучения с подробными пояснениями</a:t>
            </a:r>
          </a:p>
          <a:p>
            <a:r>
              <a:rPr lang="ru-RU" dirty="0"/>
              <a:t>Предоставить справочные материалы</a:t>
            </a:r>
          </a:p>
          <a:p>
            <a:r>
              <a:rPr lang="ru-RU" dirty="0"/>
              <a:t>Сделать сложные математические концепции доступными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613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C1384-DBD3-03DC-79CA-639F7BF7B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Техническая реализация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AFE1E0-2191-05E3-EFC3-5EF741BD5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8942" y="2858905"/>
            <a:ext cx="4510904" cy="17929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800" dirty="0"/>
              <a:t>Разделение логики и интерфейса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Обработка ошибок ввода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Поддержка дробных чисел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Сохранение пояснений</a:t>
            </a:r>
          </a:p>
          <a:p>
            <a:pPr>
              <a:lnSpc>
                <a:spcPct val="100000"/>
              </a:lnSpc>
            </a:pPr>
            <a:endParaRPr lang="ru-RU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5F936-C0BC-B627-088F-2425DCFF1C2D}"/>
              </a:ext>
            </a:extLst>
          </p:cNvPr>
          <p:cNvSpPr txBox="1"/>
          <p:nvPr/>
        </p:nvSpPr>
        <p:spPr>
          <a:xfrm>
            <a:off x="932154" y="1690688"/>
            <a:ext cx="2698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Структура приложения:</a:t>
            </a:r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E584F-1812-CCA9-1C81-F506A504B2DC}"/>
              </a:ext>
            </a:extLst>
          </p:cNvPr>
          <p:cNvSpPr txBox="1"/>
          <p:nvPr/>
        </p:nvSpPr>
        <p:spPr>
          <a:xfrm>
            <a:off x="932154" y="2013853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NumberSystemConverter</a:t>
            </a:r>
            <a:r>
              <a:rPr lang="ru-RU" dirty="0"/>
              <a:t> - главный класс управления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TableDialog</a:t>
            </a:r>
            <a:r>
              <a:rPr lang="ru-RU" dirty="0"/>
              <a:t> - окно справочных таблиц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Два основных алгоритма конвертации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Модульная система объяснений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F495F-9BA1-2B8D-5F18-DC3ED06973A3}"/>
              </a:ext>
            </a:extLst>
          </p:cNvPr>
          <p:cNvSpPr txBox="1"/>
          <p:nvPr/>
        </p:nvSpPr>
        <p:spPr>
          <a:xfrm>
            <a:off x="932154" y="4184468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Python 3.x - основной язык программирования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PyQt6 - библиотека для графического интерфейса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Qt</a:t>
            </a:r>
            <a:r>
              <a:rPr lang="ru-RU" dirty="0"/>
              <a:t> </a:t>
            </a:r>
            <a:r>
              <a:rPr lang="ru-RU" dirty="0" err="1"/>
              <a:t>Designer</a:t>
            </a:r>
            <a:r>
              <a:rPr lang="ru-RU" dirty="0"/>
              <a:t> - создание UI-шаблонов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fractions</a:t>
            </a:r>
            <a:r>
              <a:rPr lang="ru-RU" dirty="0"/>
              <a:t> - точные вычисления с дробями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D5F66-64B5-A6ED-8A20-FADBC140A675}"/>
              </a:ext>
            </a:extLst>
          </p:cNvPr>
          <p:cNvSpPr txBox="1"/>
          <p:nvPr/>
        </p:nvSpPr>
        <p:spPr>
          <a:xfrm>
            <a:off x="932153" y="3847248"/>
            <a:ext cx="327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Используемые технологии:</a:t>
            </a:r>
            <a:endParaRPr lang="ru-RU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AC9EEC-CAFC-8C45-19BA-3110ABBC9D8D}"/>
              </a:ext>
            </a:extLst>
          </p:cNvPr>
          <p:cNvSpPr txBox="1"/>
          <p:nvPr/>
        </p:nvSpPr>
        <p:spPr>
          <a:xfrm>
            <a:off x="6748942" y="2444939"/>
            <a:ext cx="3142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Ключевые особенности: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641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0936-0813-373C-6C6B-FF40BA41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1F9942C-0037-8968-0CCB-B8B198B4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243" y="1168217"/>
            <a:ext cx="4092014" cy="355155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84FEF-8AF1-F59B-F653-72BCE66B8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89" y="62589"/>
            <a:ext cx="10515600" cy="1325563"/>
          </a:xfrm>
        </p:spPr>
        <p:txBody>
          <a:bodyPr/>
          <a:lstStyle/>
          <a:p>
            <a:r>
              <a:rPr lang="ru-RU" b="1" dirty="0"/>
              <a:t>Функциональные возможности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F39A40-5F51-CFB8-AF12-395355337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53" y="4670879"/>
            <a:ext cx="4510904" cy="1325563"/>
          </a:xfrm>
        </p:spPr>
        <p:txBody>
          <a:bodyPr>
            <a:noAutofit/>
          </a:bodyPr>
          <a:lstStyle/>
          <a:p>
            <a:r>
              <a:rPr lang="ru-RU" sz="1800" dirty="0"/>
              <a:t>Наглядная демонстрация алгоритмов</a:t>
            </a:r>
          </a:p>
          <a:p>
            <a:r>
              <a:rPr lang="ru-RU" sz="1800" dirty="0"/>
              <a:t>Объяснение преобразования букв (A-F)</a:t>
            </a:r>
          </a:p>
          <a:p>
            <a:r>
              <a:rPr lang="ru-RU" sz="1800" dirty="0"/>
              <a:t>Понимание погрешностей вычислений</a:t>
            </a:r>
          </a:p>
          <a:p>
            <a:r>
              <a:rPr lang="ru-RU" sz="1800" dirty="0"/>
              <a:t>Практическое закрепление теории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BF637-BEBE-3CB9-F32F-140C2B7EFD81}"/>
              </a:ext>
            </a:extLst>
          </p:cNvPr>
          <p:cNvSpPr txBox="1"/>
          <p:nvPr/>
        </p:nvSpPr>
        <p:spPr>
          <a:xfrm>
            <a:off x="932154" y="1690688"/>
            <a:ext cx="2698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Основные функции: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29725-1263-18B3-712E-9FAD69A8E232}"/>
              </a:ext>
            </a:extLst>
          </p:cNvPr>
          <p:cNvSpPr txBox="1"/>
          <p:nvPr/>
        </p:nvSpPr>
        <p:spPr>
          <a:xfrm>
            <a:off x="932154" y="2013853"/>
            <a:ext cx="6094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Перевод между 4 системами счисления (2, 8, 10, 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Два метода конвертации: прямой и через родственные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Режим "Пояснение" с пошаговыми объяснениями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Таблицы быстрого преобразования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Сохранение в текстовом документе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Поддержка целых и дробных чисел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70DE1-C362-2B5D-D50F-F1CE6D9924D3}"/>
              </a:ext>
            </a:extLst>
          </p:cNvPr>
          <p:cNvSpPr txBox="1"/>
          <p:nvPr/>
        </p:nvSpPr>
        <p:spPr>
          <a:xfrm>
            <a:off x="5686390" y="5056996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Интуитивно понятное управление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Раздельные зоны для результата и объяснений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Визуальное выделение ключевых этапов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Адаптивный дизайн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F305B-9691-5208-94FB-24167336AB97}"/>
              </a:ext>
            </a:extLst>
          </p:cNvPr>
          <p:cNvSpPr txBox="1"/>
          <p:nvPr/>
        </p:nvSpPr>
        <p:spPr>
          <a:xfrm>
            <a:off x="5686389" y="4719776"/>
            <a:ext cx="327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Интерфейс:</a:t>
            </a:r>
            <a:endParaRPr lang="ru-RU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60FD45-1CBB-7A45-E0D1-435903B7C04F}"/>
              </a:ext>
            </a:extLst>
          </p:cNvPr>
          <p:cNvSpPr txBox="1"/>
          <p:nvPr/>
        </p:nvSpPr>
        <p:spPr>
          <a:xfrm>
            <a:off x="554853" y="4256913"/>
            <a:ext cx="314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Учебная ценность: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94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B9F82-E589-4711-8AC5-A7CF2C3C3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Результаты и перспективы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63D952-62E8-002F-0F7E-2AD16210B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04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/>
              <a:t>Достигнутые цели</a:t>
            </a:r>
            <a:r>
              <a:rPr lang="ru-RU" sz="1600" dirty="0"/>
              <a:t> ✅ </a:t>
            </a:r>
            <a:r>
              <a:rPr lang="ru-RU" sz="1600" b="1" dirty="0"/>
              <a:t>:</a:t>
            </a:r>
            <a:endParaRPr lang="ru-RU" sz="1600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sz="1600" dirty="0"/>
              <a:t>Создан работающий конвертер систем счисления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1600" dirty="0"/>
              <a:t> Реализован интерактивный учебный режим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1600" dirty="0"/>
              <a:t> Обеспечена точность вычислений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1600" dirty="0"/>
              <a:t> Разработан удобный интерфейс</a:t>
            </a:r>
          </a:p>
          <a:p>
            <a:endParaRPr lang="ru-RU" sz="1600" dirty="0"/>
          </a:p>
          <a:p>
            <a:pPr marL="0" indent="0">
              <a:buNone/>
            </a:pPr>
            <a:r>
              <a:rPr lang="ru-RU" sz="1600" b="1" dirty="0"/>
              <a:t>Возможности для доработки:</a:t>
            </a:r>
            <a:endParaRPr lang="ru-RU" sz="1600" dirty="0"/>
          </a:p>
          <a:p>
            <a:r>
              <a:rPr lang="ru-RU" sz="1600" dirty="0"/>
              <a:t>Добавление поддержки произвольных систем счисления</a:t>
            </a:r>
          </a:p>
          <a:p>
            <a:r>
              <a:rPr lang="ru-RU" sz="1600" dirty="0"/>
              <a:t>Реализация истории вычислений</a:t>
            </a:r>
          </a:p>
          <a:p>
            <a:r>
              <a:rPr lang="ru-RU" sz="1600" dirty="0"/>
              <a:t>Реализация шифрование текста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8F5BC-FE21-32C3-B0DE-AF0A764F9966}"/>
              </a:ext>
            </a:extLst>
          </p:cNvPr>
          <p:cNvSpPr txBox="1"/>
          <p:nvPr/>
        </p:nvSpPr>
        <p:spPr>
          <a:xfrm>
            <a:off x="7208668" y="4422637"/>
            <a:ext cx="38329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Вывод:</a:t>
            </a:r>
            <a:r>
              <a:rPr lang="ru-RU" dirty="0"/>
              <a:t> Проект успешно сочетает практическую полезность и образовательную ценность, делая сложные математические концепции доступными и понятными для широкой аудитории.</a:t>
            </a:r>
          </a:p>
        </p:txBody>
      </p:sp>
    </p:spTree>
    <p:extLst>
      <p:ext uri="{BB962C8B-B14F-4D97-AF65-F5344CB8AC3E}">
        <p14:creationId xmlns:p14="http://schemas.microsoft.com/office/powerpoint/2010/main" val="42012027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264</Words>
  <Application>Microsoft Office PowerPoint</Application>
  <PresentationFormat>Широкоэкранный</PresentationFormat>
  <Paragraphs>56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Тема Office</vt:lpstr>
      <vt:lpstr>«TNS: guide» Решебник-учебник по системе счислений</vt:lpstr>
      <vt:lpstr>Идея проекта</vt:lpstr>
      <vt:lpstr>Техническая реализация</vt:lpstr>
      <vt:lpstr>Функциональные возможности</vt:lpstr>
      <vt:lpstr>Результаты и перспективы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Сабиров</dc:creator>
  <cp:lastModifiedBy>Александр Сабиров</cp:lastModifiedBy>
  <cp:revision>4</cp:revision>
  <dcterms:created xsi:type="dcterms:W3CDTF">2025-11-08T21:17:06Z</dcterms:created>
  <dcterms:modified xsi:type="dcterms:W3CDTF">2025-11-14T21:01:11Z</dcterms:modified>
</cp:coreProperties>
</file>